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RAG 应用开发入门（典例版）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—— PPT 格式典例：标题 + 要点 + 图示，用于 anydoc 转换对比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RAG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检索增强生成（Retrieval-Augmented Generation）：回答前先从你的私有资料里查资料，把查到的原文塞进提问，再让模型基于资料回答</a:t>
            </a:r>
          </a:p>
          <a:p>
            <a:pPr>
              <a:defRPr sz="1800"/>
            </a:pPr>
            <a:r>
              <a:t>类比：开卷考试——裸问答是闭卷，模型只会背书上的还可能记错</a:t>
            </a:r>
          </a:p>
          <a:p>
            <a:pPr>
              <a:defRPr sz="1800"/>
            </a:pPr>
            <a:r>
              <a:t>RAG 是开卷，带着笔记进场翻到相关段落再答题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为什么要先查资料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模型的记忆是训练时写死的，有两个硬伤：不知道你的事（你的笔记、公司文档模型从没见过）</a:t>
            </a:r>
          </a:p>
          <a:p>
            <a:pPr>
              <a:defRPr sz="1800"/>
            </a:pPr>
            <a:r>
              <a:t>会一本正经地胡说（记忆模糊时倾向编一个听起来合理的答案，这就是幻觉）</a:t>
            </a:r>
          </a:p>
          <a:p>
            <a:pPr>
              <a:defRPr sz="1800"/>
            </a:pPr>
            <a:r>
              <a:t>RAG 的思路是不改造模型，而是在提问时喂它需要的那几页资料——模型不擅长记忆，但擅长照着资料说话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切块：两种切法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模型每次能看的文字有限，先把文档切成小块，提问时只挑相关的几块</a:t>
            </a:r>
          </a:p>
          <a:p>
            <a:pPr>
              <a:defRPr sz="1800"/>
            </a:pPr>
            <a:r>
              <a:t>窗口切：固定 500 字一块、步长 450，重叠 50 字防止一句话被从中间切断</a:t>
            </a:r>
          </a:p>
          <a:p>
            <a:pPr>
              <a:defRPr sz="1800"/>
            </a:pPr>
            <a:r>
              <a:t>标题结构切：按文档标题分节，一个标题一块，标题是天然的语义边界</a:t>
            </a:r>
          </a:p>
          <a:p>
            <a:pPr>
              <a:defRPr sz="1800"/>
            </a:pPr>
            <a:r>
              <a:t>项目用两级策略：标题分节为主，某节超过 500 字在节内再窗口切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向量化：文字变数字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电脑不懂意思但懂数字</a:t>
            </a:r>
          </a:p>
          <a:p>
            <a:pPr>
              <a:defRPr sz="1800"/>
            </a:pPr>
            <a:r>
              <a:t>嵌入模型把一段文字映射成一串数字（向量），规则是意思相近的文字向量方向也相近：猫和猫咪的向量挨得很近，猫和汽车的向量离得很远</a:t>
            </a:r>
          </a:p>
          <a:p>
            <a:pPr>
              <a:defRPr sz="1800"/>
            </a:pPr>
            <a:r>
              <a:t>向量是一串数字，数字本身没意义，方向才表达语义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检索：余弦相似度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提问来了：先把问题也变成向量，然后和库里每一块的向量比方向像不像，取最像的 top-k 块</a:t>
            </a:r>
          </a:p>
          <a:p>
            <a:pPr>
              <a:defRPr sz="1800"/>
            </a:pPr>
            <a:r>
              <a:t>数学上就是余弦相似度：点积衡量方向一致性，除以模长抵消长度影响，范围负一到一，越大越像</a:t>
            </a:r>
          </a:p>
          <a:p>
            <a:pPr>
              <a:defRPr sz="1800"/>
            </a:pPr>
            <a:r>
              <a:t>为什么用余弦不用距离？向量长度受文本长度影响，余弦只看方向更公平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最佳输入格式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向量化用什么格式输入最佳？Markdown</a:t>
            </a:r>
          </a:p>
          <a:p>
            <a:pPr>
              <a:defRPr sz="1800"/>
            </a:pPr>
            <a:r>
              <a:t>理由：结构完整，标题、表格、代码块都是切块与检索的强信号</a:t>
            </a:r>
          </a:p>
          <a:p>
            <a:pPr>
              <a:defRPr sz="1800"/>
            </a:pPr>
            <a:r>
              <a:t>纯文本会把这些结构抹平，PDF 表格转纯文本后语义粘连</a:t>
            </a:r>
          </a:p>
          <a:p>
            <a:pPr>
              <a:defRPr sz="1800"/>
            </a:pPr>
            <a:r>
              <a:t>让资料保持 Markdown 进管道，检索命中率和答案可追溯性都更好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RAG 全链路示意</a:t>
            </a:r>
          </a:p>
        </p:txBody>
      </p:sp>
      <p:pic>
        <p:nvPicPr>
          <p:cNvPr id="3" name="Picture 2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515600" cy="2561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